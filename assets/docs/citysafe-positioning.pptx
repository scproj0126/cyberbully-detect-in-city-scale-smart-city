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4630400" cy="8229600"/>
  <p:notesSz cx="8229600" cy="14630400"/>
  <p:defaultTextStyle>
    <a:defPPr>
      <a:defRPr lang="zh-CN"/>
    </a:defPPr>
    <a:lvl1pPr marL="0" algn="l" defTabSz="1097280" rtl="0" eaLnBrk="1" latinLnBrk="0" hangingPunct="1">
      <a:defRPr sz="2160" kern="1200">
        <a:solidFill>
          <a:schemeClr val="tx1"/>
        </a:solidFill>
        <a:latin typeface="+mn-lt"/>
        <a:ea typeface="+mn-ea"/>
        <a:cs typeface="+mn-cs"/>
      </a:defRPr>
    </a:lvl1pPr>
    <a:lvl2pPr marL="548640" algn="l" defTabSz="1097280" rtl="0" eaLnBrk="1" latinLnBrk="0" hangingPunct="1">
      <a:defRPr sz="2160" kern="1200">
        <a:solidFill>
          <a:schemeClr val="tx1"/>
        </a:solidFill>
        <a:latin typeface="+mn-lt"/>
        <a:ea typeface="+mn-ea"/>
        <a:cs typeface="+mn-cs"/>
      </a:defRPr>
    </a:lvl2pPr>
    <a:lvl3pPr marL="1097280" algn="l" defTabSz="1097280" rtl="0" eaLnBrk="1" latinLnBrk="0" hangingPunct="1">
      <a:defRPr sz="2160" kern="1200">
        <a:solidFill>
          <a:schemeClr val="tx1"/>
        </a:solidFill>
        <a:latin typeface="+mn-lt"/>
        <a:ea typeface="+mn-ea"/>
        <a:cs typeface="+mn-cs"/>
      </a:defRPr>
    </a:lvl3pPr>
    <a:lvl4pPr marL="1645920" algn="l" defTabSz="1097280" rtl="0" eaLnBrk="1" latinLnBrk="0" hangingPunct="1">
      <a:defRPr sz="2160" kern="1200">
        <a:solidFill>
          <a:schemeClr val="tx1"/>
        </a:solidFill>
        <a:latin typeface="+mn-lt"/>
        <a:ea typeface="+mn-ea"/>
        <a:cs typeface="+mn-cs"/>
      </a:defRPr>
    </a:lvl4pPr>
    <a:lvl5pPr marL="2194560" algn="l" defTabSz="1097280" rtl="0" eaLnBrk="1" latinLnBrk="0" hangingPunct="1">
      <a:defRPr sz="2160" kern="1200">
        <a:solidFill>
          <a:schemeClr val="tx1"/>
        </a:solidFill>
        <a:latin typeface="+mn-lt"/>
        <a:ea typeface="+mn-ea"/>
        <a:cs typeface="+mn-cs"/>
      </a:defRPr>
    </a:lvl5pPr>
    <a:lvl6pPr marL="2743200" algn="l" defTabSz="1097280" rtl="0" eaLnBrk="1" latinLnBrk="0" hangingPunct="1">
      <a:defRPr sz="2160" kern="1200">
        <a:solidFill>
          <a:schemeClr val="tx1"/>
        </a:solidFill>
        <a:latin typeface="+mn-lt"/>
        <a:ea typeface="+mn-ea"/>
        <a:cs typeface="+mn-cs"/>
      </a:defRPr>
    </a:lvl6pPr>
    <a:lvl7pPr marL="3291840" algn="l" defTabSz="1097280" rtl="0" eaLnBrk="1" latinLnBrk="0" hangingPunct="1">
      <a:defRPr sz="2160" kern="1200">
        <a:solidFill>
          <a:schemeClr val="tx1"/>
        </a:solidFill>
        <a:latin typeface="+mn-lt"/>
        <a:ea typeface="+mn-ea"/>
        <a:cs typeface="+mn-cs"/>
      </a:defRPr>
    </a:lvl7pPr>
    <a:lvl8pPr marL="3840480" algn="l" defTabSz="1097280" rtl="0" eaLnBrk="1" latinLnBrk="0" hangingPunct="1">
      <a:defRPr sz="2160" kern="1200">
        <a:solidFill>
          <a:schemeClr val="tx1"/>
        </a:solidFill>
        <a:latin typeface="+mn-lt"/>
        <a:ea typeface="+mn-ea"/>
        <a:cs typeface="+mn-cs"/>
      </a:defRPr>
    </a:lvl8pPr>
    <a:lvl9pPr marL="4389120" algn="l" defTabSz="1097280" rtl="0" eaLnBrk="1" latinLnBrk="0" hangingPunct="1">
      <a:defRPr sz="216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73BC46-9E05-B077-8398-8A2D78144A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1C4AA36-5848-187F-7147-56DB5C661B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19D444-B24A-4B48-A2D3-C228D56F23D2}" type="datetimeFigureOut">
              <a:rPr lang="zh-CN" altLang="en-US" smtClean="0"/>
              <a:t>2026/4/13</a:t>
            </a:fld>
            <a:endParaRPr lang="zh-CN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D16CAD8-881B-11E9-D938-9721E09797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0B4E69D-B550-03C7-8778-4A25967D51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D9756A-53D9-4B65-A11B-B90C5B458E2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345295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1D40606-AA92-AA75-3D20-07D76D9F48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5840" y="438150"/>
            <a:ext cx="12618720" cy="15906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1E840AD-C14B-A2EA-93F2-51C2AE08ED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05840" y="2190750"/>
            <a:ext cx="12618720" cy="52216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2EF06D-854F-0D73-1647-54AA0A0F4F9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05840" y="7627621"/>
            <a:ext cx="329184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4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919D444-B24A-4B48-A2D3-C228D56F23D2}" type="datetimeFigureOut">
              <a:rPr lang="zh-CN" altLang="en-US" smtClean="0"/>
              <a:t>2026/4/13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BD5091-23FD-3B9E-BAD5-30800A37B48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846320" y="7627621"/>
            <a:ext cx="493776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4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350575-A516-D6E5-F415-4B17384C1AA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32720" y="7627621"/>
            <a:ext cx="329184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4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CD9756A-53D9-4B65-A11B-B90C5B458E2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759846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</p:sldLayoutIdLst>
  <p:txStyles>
    <p:titleStyle>
      <a:lvl1pPr algn="l" defTabSz="1097280" rtl="0" eaLnBrk="1" latinLnBrk="0" hangingPunct="1">
        <a:lnSpc>
          <a:spcPct val="90000"/>
        </a:lnSpc>
        <a:spcBef>
          <a:spcPct val="0"/>
        </a:spcBef>
        <a:buNone/>
        <a:defRPr sz="528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74320" indent="-274320" algn="l" defTabSz="1097280" rtl="0" eaLnBrk="1" latinLnBrk="0" hangingPunct="1">
        <a:lnSpc>
          <a:spcPct val="90000"/>
        </a:lnSpc>
        <a:spcBef>
          <a:spcPts val="1200"/>
        </a:spcBef>
        <a:buFont typeface="Arial" panose="020B0604020202020204" pitchFamily="34" charset="0"/>
        <a:buChar char="•"/>
        <a:defRPr sz="3360" kern="1200">
          <a:solidFill>
            <a:schemeClr val="tx1"/>
          </a:solidFill>
          <a:latin typeface="+mn-lt"/>
          <a:ea typeface="+mn-ea"/>
          <a:cs typeface="+mn-cs"/>
        </a:defRPr>
      </a:lvl1pPr>
      <a:lvl2pPr marL="82296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880" kern="1200">
          <a:solidFill>
            <a:schemeClr val="tx1"/>
          </a:solidFill>
          <a:latin typeface="+mn-lt"/>
          <a:ea typeface="+mn-ea"/>
          <a:cs typeface="+mn-cs"/>
        </a:defRPr>
      </a:lvl2pPr>
      <a:lvl3pPr marL="137160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92024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4pPr>
      <a:lvl5pPr marL="246888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5pPr>
      <a:lvl6pPr marL="301752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6pPr>
      <a:lvl7pPr marL="356616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7pPr>
      <a:lvl8pPr marL="411480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8pPr>
      <a:lvl9pPr marL="466344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2pPr>
      <a:lvl3pPr marL="109728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3pPr>
      <a:lvl4pPr marL="164592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4pPr>
      <a:lvl5pPr marL="219456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5pPr>
      <a:lvl6pPr marL="274320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6pPr>
      <a:lvl7pPr marL="329184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7pPr>
      <a:lvl8pPr marL="384048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8pPr>
      <a:lvl9pPr marL="438912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951E137D-0D40-59D5-0141-FAB38FA3E5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09F0D48-8E15-888C-6EC3-54505C870F89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35400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425097FA-D74F-A1A2-89C3-547543C0FD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A03C76C-5368-BEE4-ED8E-C5E2BFCC826A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51701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022985D6-4884-7623-A74C-78032A0E9D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E04F829-CC61-ABF0-52B7-48FA0D331C9A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11002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E48629D8-C2B2-13AB-AA9C-25FEA829A0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66F9059-F038-9859-C50A-E7902A6936BE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61330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5293E79F-2618-32F8-6EC9-2EB94BC916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95CB989-3B33-BAA4-2521-E39F159AF94E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97724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125942A3-DE22-42CA-82FA-ED264E4D7B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267D87A-6E59-184B-54BD-869E251E4A40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64362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751C0927-60FB-B3BE-C469-CDE0C0C126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D5F6CD1-59CD-18AB-065E-F9B89C07902E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0265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3A860634-352E-869D-9F8E-09C6819A1B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E5AC176-03B0-23D2-491C-5E8F89D0B622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14785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F15B5951-3E66-AF21-B02D-7F55DDAA85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3D0A75E-1FCE-8BE4-FBB4-5593AB0631A3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52330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194D4225-8EF0-C3FA-5293-BFDBB4F21D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160FD7A-941A-22E2-F091-4A78B442C8E7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15377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Custom</PresentationFormat>
  <Paragraphs>0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等线</vt:lpstr>
      <vt:lpstr>等线 Light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GUO Zhuangyi</dc:creator>
  <cp:lastModifiedBy>GUO Zhuangyi</cp:lastModifiedBy>
  <cp:revision>1</cp:revision>
  <dcterms:created xsi:type="dcterms:W3CDTF">2026-04-12T16:23:15Z</dcterms:created>
  <dcterms:modified xsi:type="dcterms:W3CDTF">2026-04-12T16:23:15Z</dcterms:modified>
</cp:coreProperties>
</file>